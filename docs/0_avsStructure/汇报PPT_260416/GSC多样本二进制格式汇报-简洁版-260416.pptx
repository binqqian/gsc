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4846320" cy="4983480"/>
          </a:xfrm>
          <a:prstGeom prst="round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05840"/>
            <a:ext cx="201168" cy="4526280"/>
          </a:xfrm>
          <a:prstGeom prst="rect">
            <a:avLst/>
          </a:prstGeom>
          <a:solidFill>
            <a:srgbClr val="E6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8120" y="960120"/>
            <a:ext cx="3063240" cy="566928"/>
          </a:xfrm>
          <a:prstGeom prst="roundRect">
            <a:avLst/>
          </a:prstGeom>
          <a:solidFill>
            <a:srgbClr val="E6F5F6"/>
          </a:solidFill>
          <a:ln>
            <a:solidFill>
              <a:srgbClr val="21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17E8C"/>
                </a:solidFill>
                <a:latin typeface="Microsoft YaHei"/>
              </a:rPr>
              <a:t>简洁版 / 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23444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GSC 多样本 .gsc
二进制格式整理汇报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20624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1E7F0"/>
                </a:solidFill>
                <a:latin typeface="Microsoft YaHei"/>
              </a:rPr>
              <a:t>基于 GSC多样本二进制格式汇报-260416.html
聚焦文件结构、GT 语义与风险点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65960"/>
            <a:ext cx="484632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12529"/>
                </a:solidFill>
                <a:latin typeface="Microsoft YaHei"/>
              </a:rPr>
              <a:t>基于 docs/0_avsStructure/ 现有 HTML 内容压缩整理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12529"/>
                </a:solidFill>
                <a:latin typeface="Microsoft YaHei"/>
              </a:rPr>
              <a:t>适合 5 到 8 分钟汇报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12529"/>
                </a:solidFill>
                <a:latin typeface="Microsoft YaHei"/>
              </a:rPr>
              <a:t>保留结构判断、映射关系与下一步建议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0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9672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26C7A"/>
                </a:solidFill>
                <a:latin typeface="Microsoft YaHei"/>
              </a:rPr>
              <a:t>汇报PPT_260416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498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1. 核心结论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6459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2E7EC"/>
                </a:solidFill>
                <a:latin typeface="Microsoft YaHei"/>
              </a:rPr>
              <a:t>多样本 .gsc 当前实现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440680" cy="452628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179576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3456"/>
                </a:solidFill>
                <a:latin typeface="Microsoft YaHei"/>
              </a:rPr>
              <a:t>这次整理明确了什么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`.gsc` 可拆成顶层头、Main Archive、lossless part2、SDSL tail 四段。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GT 与 other fields 是两条不同存储链，不能按同一种字段流理解。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当前 writer 实际输出 `GSCF V2` row-block 目录，reader 同时兼容 legacy 读取。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文档已从“结构表”推进到“可追溯到源码的格式说明”。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50749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7E8C"/>
                </a:solidFill>
                <a:latin typeface="Microsoft YaHei"/>
              </a:rPr>
              <a:t>适用范围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12529"/>
                </a:solidFill>
                <a:latin typeface="Microsoft YaHei"/>
              </a:rPr>
              <a:t>只针对当前仓库的多样本 `gsc compress / decompress` on-disk 格式，不覆盖单样本 gVCF，也不等同于 AVS 外层容器。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97480"/>
            <a:ext cx="50749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17A5F"/>
                </a:solidFill>
                <a:latin typeface="Microsoft YaHei"/>
              </a:rPr>
              <a:t>最重要的判断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12529"/>
                </a:solidFill>
                <a:latin typeface="Microsoft YaHei"/>
              </a:rPr>
              <a:t>GT payload 不是文本 GT；它本质上是两条 bitplane 经过变换后的稀疏索引流，恢复时还要结合 zero/copy 位图。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60520"/>
            <a:ext cx="50749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23456"/>
                </a:solidFill>
                <a:latin typeface="Microsoft YaHei"/>
              </a:rPr>
              <a:t>对外协议化前提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12529"/>
                </a:solidFill>
                <a:latin typeface="Microsoft YaHei"/>
              </a:rPr>
              <a:t>若未来要把格式正式发布，需要补顶层 `magic/version` 并移除 `bool`、`size_t` 这类 ABI 敏感类型。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0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9672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26C7A"/>
                </a:solidFill>
                <a:latin typeface="Microsoft YaHei"/>
              </a:rPr>
              <a:t>汇报PPT_260416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498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2. 文件整体布局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6459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2E7EC"/>
                </a:solidFill>
                <a:latin typeface="Microsoft YaHei"/>
              </a:rPr>
              <a:t>先看四段式容器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423160" cy="1143000"/>
          </a:xfrm>
          <a:prstGeom prst="round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顶层头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mode_type
other_fields_offset
sdsl_offset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27248" y="1984248"/>
            <a:ext cx="128016" cy="0"/>
          </a:xfrm>
          <a:prstGeom prst="line">
            <a:avLst/>
          </a:prstGeom>
          <a:ln w="25400">
            <a:solidFill>
              <a:srgbClr val="62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73552" y="1417320"/>
            <a:ext cx="2423160" cy="1143000"/>
          </a:xfrm>
          <a:prstGeom prst="roundRect">
            <a:avLst/>
          </a:prstGeom>
          <a:solidFill>
            <a:srgbClr val="217E8C"/>
          </a:solidFill>
          <a:ln>
            <a:solidFill>
              <a:srgbClr val="21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Main Archive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chunk 索引
header/sample
fixed-fields chunks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1984248"/>
            <a:ext cx="128016" cy="0"/>
          </a:xfrm>
          <a:prstGeom prst="line">
            <a:avLst/>
          </a:prstGeom>
          <a:ln w="25400">
            <a:solidFill>
              <a:srgbClr val="62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61304" y="1417320"/>
            <a:ext cx="2423160" cy="1143000"/>
          </a:xfrm>
          <a:prstGeom prst="roundRect">
            <a:avLst/>
          </a:prstGeom>
          <a:solidFill>
            <a:srgbClr val="E17A5F"/>
          </a:solidFill>
          <a:ln>
            <a:solidFill>
              <a:srgbClr val="E1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lossless part2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FILTER/INFO/FORMAT
多流容器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02752" y="1984248"/>
            <a:ext cx="128016" cy="0"/>
          </a:xfrm>
          <a:prstGeom prst="line">
            <a:avLst/>
          </a:prstGeom>
          <a:ln w="25400">
            <a:solidFill>
              <a:srgbClr val="62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49056" y="1417320"/>
            <a:ext cx="2423160" cy="1143000"/>
          </a:xfrm>
          <a:prstGeom prst="roundRect">
            <a:avLst/>
          </a:prstGeom>
          <a:solidFill>
            <a:srgbClr val="E6B85C"/>
          </a:solidFill>
          <a:ln>
            <a:solidFill>
              <a:srgbClr val="E6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SDSL tail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4 个 rrr_vector
zero/copy 位图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5532120" cy="2697480"/>
          </a:xfrm>
          <a:prstGeom prst="roundRect">
            <a:avLst/>
          </a:prstGeom>
          <a:solidFill>
            <a:srgbClr val="E6F5F6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008376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17E8C"/>
                </a:solidFill>
                <a:latin typeface="Microsoft YaHei"/>
              </a:rPr>
              <a:t>Main Archive 里重点关注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5166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chunk 定位信息与 `chunks_min_pos / where_chrom`。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`ploidy / max_block_rows / max_block_cols / n_col_blocks` 等全局参数。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压缩 header、样本名、fixed-fields chunk payload。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880360"/>
            <a:ext cx="5074920" cy="2697480"/>
          </a:xfrm>
          <a:prstGeom prst="roundRect">
            <a:avLst/>
          </a:prstGeom>
          <a:solidFill>
            <a:srgbClr val="FBEEEA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3008376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17A5F"/>
                </a:solidFill>
                <a:latin typeface="Microsoft YaHei"/>
              </a:rPr>
              <a:t>reader 侧真实读取顺序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383280"/>
            <a:ext cx="47091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先读顶层头部。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先跳到 `sdsl_offset` 读取 4 个尾部位图。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再回到头后位置读取 Main Archive。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lossless 时把 `[other_fields_offset, sdsl_offset)` 当 part2 容器。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0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9672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26C7A"/>
                </a:solidFill>
                <a:latin typeface="Microsoft YaHei"/>
              </a:rPr>
              <a:t>汇报PPT_260416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498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3. Chunk 与 GT 真实语义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6459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2E7EC"/>
                </a:solidFill>
                <a:latin typeface="Microsoft YaHei"/>
              </a:rPr>
              <a:t>当前 writer 实际输出 GSCF V2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303520" cy="475488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179576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3456"/>
                </a:solidFill>
                <a:latin typeface="Microsoft YaHei"/>
              </a:rPr>
              <a:t>Fixed-fields chunk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chunk 内带 `GSCF` magic 和 row-block 目录。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V2 目录显式记录 `variant_count / first_pos / last_pos / gt_off / gt_size`。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reader 先尝试按新目录读；不命中时回退到 legacy 平铺格式。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这是按范围读取、按块解码的基础。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03520" cy="4754880"/>
          </a:xfrm>
          <a:prstGeom prst="roundRect">
            <a:avLst/>
          </a:prstGeom>
          <a:solidFill>
            <a:srgbClr val="E6F5F6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179576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17E8C"/>
                </a:solidFill>
                <a:latin typeface="Microsoft YaHei"/>
              </a:rPr>
              <a:t>GT 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GT 不是 `0/0` 文本，而是两条 bitplane 的变换结果。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`00/01/10/11 -&gt; 0/1/./2`，因此 `no_vec` 近似 `2 × variants`。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落盘前会经过置换、XOR、稀疏化与 copy/zero 标注。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row-block GT payload 末尾还会追加 backend marker，reader 取出 segment 后再按 marker 解码。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0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9672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26C7A"/>
                </a:solidFill>
                <a:latin typeface="Microsoft YaHei"/>
              </a:rPr>
              <a:t>汇报PPT_260416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498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4. Lossless Part2 与查询路径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6459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2E7EC"/>
                </a:solidFill>
                <a:latin typeface="Microsoft YaHei"/>
              </a:rPr>
              <a:t>other fields 是多流容器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440680" cy="4663440"/>
          </a:xfrm>
          <a:prstGeom prst="roundRect">
            <a:avLst/>
          </a:prstGeom>
          <a:solidFill>
            <a:srgbClr val="FBEEEA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179576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17A5F"/>
                </a:solidFill>
                <a:latin typeface="Microsoft YaHei"/>
              </a:rPr>
              <a:t>Part2 的组织方式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`File_Handle_2` 管理多个 stream，而不是单一顺序字段流。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每个 key 通常注册 `size` 与 `data` 两条流，另有 `part2_params` 存全局参数。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`part2_params` 中还会放 `actual_variants`、`keys`、backend 与 FORMAT dictionaries。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051560"/>
            <a:ext cx="5074920" cy="466344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179576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3456"/>
                </a:solidFill>
                <a:latin typeface="Microsoft YaHei"/>
              </a:rPr>
              <a:t>查询与恢复时的价值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554480"/>
            <a:ext cx="4709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新 chunk 目录支持更细粒度的范围查询。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SDSL 尾区里的 zero/copy 位图帮助快速判定 GT 行类型。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copy 行还要结合 copy-origin map 恢复 unique 行。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lossless 样本查询路径可只输出 fixed fields + GT，不强制还原 other fields。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0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9672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26C7A"/>
                </a:solidFill>
                <a:latin typeface="Microsoft YaHei"/>
              </a:rPr>
              <a:t>汇报PPT_260416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498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5. 汇报建议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6459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2E7EC"/>
                </a:solidFill>
                <a:latin typeface="Microsoft YaHei"/>
              </a:rPr>
              <a:t>风险点与下一步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3657600" cy="4434840"/>
          </a:xfrm>
          <a:prstGeom prst="roundRect">
            <a:avLst/>
          </a:prstGeom>
          <a:solidFill>
            <a:srgbClr val="FBEEEA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25296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17A5F"/>
                </a:solidFill>
                <a:latin typeface="Microsoft YaHei"/>
              </a:rPr>
              <a:t>风险点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3291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顶层没有全局 `magic/version`，格式自描述能力不足。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archive 中含 `bool`、`size_t`，跨平台 ABI 稳定性不足。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final `.gsc` 中 chunk 依赖外层索引定位，不是完全自包含。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097280"/>
            <a:ext cx="3566160" cy="4434840"/>
          </a:xfrm>
          <a:prstGeom prst="roundRect">
            <a:avLst/>
          </a:prstGeom>
          <a:solidFill>
            <a:srgbClr val="E6F5F6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225296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17E8C"/>
                </a:solidFill>
                <a:latin typeface="Microsoft YaHei"/>
              </a:rPr>
              <a:t>建议先做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600200"/>
            <a:ext cx="32004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拿一个 toy 文件做偏移级 hexdump。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补一轮 legacy chunk 老文件实测。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把写路径与读路径锚点整理进正式说明文档。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246120" cy="443484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225296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3456"/>
                </a:solidFill>
                <a:latin typeface="Microsoft YaHei"/>
              </a:rPr>
              <a:t>若走协议化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2880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先引入顶层 `magic/version`。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固定字段宽度，去掉 ABI 敏感类型。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再考虑与 AVS 外层容器做正式映射。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0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9672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26C7A"/>
                </a:solidFill>
                <a:latin typeface="Microsoft YaHei"/>
              </a:rPr>
              <a:t>汇报PPT_260416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