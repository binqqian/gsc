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4846320" cy="4983480"/>
          </a:xfrm>
          <a:prstGeom prst="round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05840"/>
            <a:ext cx="201168" cy="4526280"/>
          </a:xfrm>
          <a:prstGeom prst="rect">
            <a:avLst/>
          </a:prstGeom>
          <a:solidFill>
            <a:srgbClr val="E6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8120" y="960120"/>
            <a:ext cx="3063240" cy="566928"/>
          </a:xfrm>
          <a:prstGeom prst="roundRect">
            <a:avLst/>
          </a:prstGeom>
          <a:solidFill>
            <a:srgbClr val="E6F5F6"/>
          </a:solidFill>
          <a:ln>
            <a:solidFill>
              <a:srgbClr val="21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17E8C"/>
                </a:solidFill>
                <a:latin typeface="Microsoft YaHei"/>
              </a:rPr>
              <a:t>简洁版 / 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23444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VCF / gVCF 接入
AVS-G 映射汇报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20624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1E7F0"/>
                </a:solidFill>
                <a:latin typeface="Microsoft YaHei"/>
              </a:rPr>
              <a:t>基于 VCF_gVCF接入AVS映射汇报-260416.html
聚焦接入思路、边界与落地顺序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65960"/>
            <a:ext cx="484632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12529"/>
                </a:solidFill>
                <a:latin typeface="Microsoft YaHei"/>
              </a:rPr>
              <a:t>基于 docs/0_avsStructure/ 现有 HTML 内容压缩整理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12529"/>
                </a:solidFill>
                <a:latin typeface="Microsoft YaHei"/>
              </a:rPr>
              <a:t>适合 5 到 8 分钟汇报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12529"/>
                </a:solidFill>
                <a:latin typeface="Microsoft YaHei"/>
              </a:rPr>
              <a:t>保留结构判断、映射关系与下一步建议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0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9672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26C7A"/>
                </a:solidFill>
                <a:latin typeface="Microsoft YaHei"/>
              </a:rPr>
              <a:t>汇报PPT_260416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498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1. 总体判断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6459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2E7EC"/>
                </a:solidFill>
                <a:latin typeface="Microsoft YaHei"/>
              </a:rPr>
              <a:t>方向对、边界清、可分阶段落地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5532120" cy="452628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25296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3456"/>
                </a:solidFill>
                <a:latin typeface="Microsoft YaHei"/>
              </a:rPr>
              <a:t>这份映射草案为什么值得做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51663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把 AVS 外层容器和内部 codec 分开讨论，避免一上来重写算法。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VCF 先按 chunk 对齐 AVS block，改动小且能复用现有索引。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gVCF 先保 native V4 block codec，只替换外层封装，迁移风险最低。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把 header / sample / ploidy / n_samples 上移到 HEADER，语义更干净。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234440"/>
            <a:ext cx="48920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7E8C"/>
                </a:solidFill>
                <a:latin typeface="Microsoft YaHei"/>
              </a:rPr>
              <a:t>三层关系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12529"/>
                </a:solidFill>
                <a:latin typeface="Microsoft YaHei"/>
              </a:rPr>
              <a:t>AVS-G 是封装框架，现有 `.gsc / gVCF` 是业务 payload，映射草案是两者之间的桥。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606040"/>
            <a:ext cx="48920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17A5F"/>
                </a:solidFill>
                <a:latin typeface="Microsoft YaHei"/>
              </a:rPr>
              <a:t>草案的核心价值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12529"/>
                </a:solidFill>
                <a:latin typeface="Microsoft YaHei"/>
              </a:rPr>
              <a:t>把块数据、全局索引与参数重新归位，为分阶段 reader / writer 改造提供施工图。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977639"/>
            <a:ext cx="48920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23456"/>
                </a:solidFill>
                <a:latin typeface="Microsoft YaHei"/>
              </a:rPr>
              <a:t>重点不是换算法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12529"/>
                </a:solidFill>
                <a:latin typeface="Microsoft YaHei"/>
              </a:rPr>
              <a:t>重点是把现有 payload 改写成更稳定、更显式的协议表达。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0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9672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26C7A"/>
                </a:solidFill>
                <a:latin typeface="Microsoft YaHei"/>
              </a:rPr>
              <a:t>汇报PPT_260416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498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2. VCF 映射主线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6459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2E7EC"/>
                </a:solidFill>
                <a:latin typeface="Microsoft YaHei"/>
              </a:rPr>
              <a:t>这部分已经相对成型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423160" cy="1143000"/>
          </a:xfrm>
          <a:prstGeom prst="round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HEADER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STD_TYPE
LOSS_MODE
HEADER_TEXT
SAMPLE_LIST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27248" y="1984248"/>
            <a:ext cx="128016" cy="0"/>
          </a:xfrm>
          <a:prstGeom prst="line">
            <a:avLst/>
          </a:prstGeom>
          <a:ln w="25400">
            <a:solidFill>
              <a:srgbClr val="62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73552" y="1417320"/>
            <a:ext cx="2423160" cy="1143000"/>
          </a:xfrm>
          <a:prstGeom prst="roundRect">
            <a:avLst/>
          </a:prstGeom>
          <a:solidFill>
            <a:srgbClr val="217E8C"/>
          </a:solidFill>
          <a:ln>
            <a:solidFill>
              <a:srgbClr val="21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COMP_DATA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chunk 对齐
BLOCK_FIXED_FIELDS
BLOCK_GT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1984248"/>
            <a:ext cx="128016" cy="0"/>
          </a:xfrm>
          <a:prstGeom prst="line">
            <a:avLst/>
          </a:prstGeom>
          <a:ln w="25400">
            <a:solidFill>
              <a:srgbClr val="62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61304" y="1417320"/>
            <a:ext cx="2423160" cy="1143000"/>
          </a:xfrm>
          <a:prstGeom prst="roundRect">
            <a:avLst/>
          </a:prstGeom>
          <a:solidFill>
            <a:srgbClr val="E17A5F"/>
          </a:solidFill>
          <a:ln>
            <a:solidFill>
              <a:srgbClr val="E1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TAILER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BLOCK_INFO
PARAM_GT
PARAM_OTHER_FIELDS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5303520" cy="2697480"/>
          </a:xfrm>
          <a:prstGeom prst="roundRect">
            <a:avLst/>
          </a:prstGeom>
          <a:solidFill>
            <a:srgbClr val="E6F5F6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008376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17E8C"/>
                </a:solidFill>
                <a:latin typeface="Microsoft YaHei"/>
              </a:rPr>
              <a:t>VCF 映射重点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4937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首版把 `VCF_BLOCK_INDIV` 固定到 chunk 粒度，不直接下钻 row_block。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fixed fields、GT 放入 block payload；lossless 时可先接受 whole-blob `BLOCK_OTHERFIELDS`。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chunk 偏移、位置、染色体边界等全局索引迁入 `BLOCK_INFO`。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880360"/>
            <a:ext cx="5074920" cy="269748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008376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3456"/>
                </a:solidFill>
                <a:latin typeface="Microsoft YaHei"/>
              </a:rPr>
              <a:t>为什么这样映射更稳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83280"/>
            <a:ext cx="47091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最大化复用当前 `.gsc` 的 chunk 组织与 reader 认知。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把实现细节从裸 offset/bool 中剥离，改成显式协议节点。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先把外层包通，再逐步细化块内结构，工程风险更低。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0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9672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26C7A"/>
                </a:solidFill>
                <a:latin typeface="Microsoft YaHei"/>
              </a:rPr>
              <a:t>汇报PPT_260416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498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3. gVCF 映射主线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6459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2E7EC"/>
                </a:solidFill>
                <a:latin typeface="Microsoft YaHei"/>
              </a:rPr>
              <a:t>先外包，不强拆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5440680" cy="4572000"/>
          </a:xfrm>
          <a:prstGeom prst="roundRect">
            <a:avLst/>
          </a:prstGeom>
          <a:solidFill>
            <a:srgbClr val="FBEEEA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25296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17A5F"/>
                </a:solidFill>
                <a:latin typeface="Microsoft YaHei"/>
              </a:rPr>
              <a:t>为什么保 native block 是对的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现有 gVCF 模块已经有独立 magic / version / block index 体系。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它最关键的能力是范围查询，不是为了追求节点对称去拆碎内部 codec。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短期应优先保住 native block + index，自上而下接入 AVS 外层。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097280"/>
            <a:ext cx="5074920" cy="457200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225296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3456"/>
                </a:solidFill>
                <a:latin typeface="Microsoft YaHei"/>
              </a:rPr>
              <a:t>建议映射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709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`BLOCK_CORE_FIELDS`：保留 native block codec。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`BLOCK_SAMPLE_FIELDS`：承接现有字段 hybrid 编码。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`BLOCK_INDEX`：保留块级范围查询索引。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`PARAM_GVCF`：保存内部版本号与块配置。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0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9672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26C7A"/>
                </a:solidFill>
                <a:latin typeface="Microsoft YaHei"/>
              </a:rPr>
              <a:t>汇报PPT_260416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498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4. 关键未闭环问题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6459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2E7EC"/>
                </a:solidFill>
                <a:latin typeface="Microsoft YaHei"/>
              </a:rPr>
              <a:t>已经从概念问题收敛到工程设计问题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3566160" cy="4572000"/>
          </a:xfrm>
          <a:prstGeom prst="roundRect">
            <a:avLst/>
          </a:prstGeom>
          <a:solidFill>
            <a:srgbClr val="FBEEEA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25296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17A5F"/>
                </a:solidFill>
                <a:latin typeface="Microsoft YaHei"/>
              </a:rPr>
              <a:t>问题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`BLOCK_OTHERFIELDS` 首版是 whole-blob 还是块内化。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GT zero/copy 与 copy-origin map 如何写成 `PARAM_GT`。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97280"/>
            <a:ext cx="3566160" cy="4572000"/>
          </a:xfrm>
          <a:prstGeom prst="roundRect">
            <a:avLst/>
          </a:prstGeom>
          <a:solidFill>
            <a:srgbClr val="E6F5F6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225296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17E8C"/>
                </a:solidFill>
                <a:latin typeface="Microsoft YaHei"/>
              </a:rPr>
              <a:t>问题 3-4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60020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HEADER_TEXT、BLOCK_GT、OTHERFIELDS 是否共享统一 backend registry。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当前 `.gsc` 里的 `bool`、`size_t`、匿名尾区不能直接升级成对外协议字段。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097280"/>
            <a:ext cx="3291840" cy="457200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225296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3456"/>
                </a:solidFill>
                <a:latin typeface="Microsoft YaHei"/>
              </a:rPr>
              <a:t>问题 5-6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16002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现有 `other_fields_offset / sdsl_offset` 这套 offset 观念应由 AVS 外层 BLOCK_INFO 接管。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529"/>
                </a:solidFill>
                <a:latin typeface="Microsoft YaHei"/>
              </a:rPr>
              <a:t>首版必须把块粒度固定到 chunk，否则 reader / writer 接口会持续漂移。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0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9672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26C7A"/>
                </a:solidFill>
                <a:latin typeface="Microsoft YaHei"/>
              </a:rPr>
              <a:t>汇报PPT_260416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498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5. 建议落地顺序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6459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E2E7EC"/>
                </a:solidFill>
                <a:latin typeface="Microsoft YaHei"/>
              </a:rPr>
              <a:t>先包外层，再迁 payload，再迁索引参数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423160" cy="1143000"/>
          </a:xfrm>
          <a:prstGeom prst="round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Phase 1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迁 HEADER
类型、模式、样本与 ploidy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27248" y="2167128"/>
            <a:ext cx="128016" cy="0"/>
          </a:xfrm>
          <a:prstGeom prst="line">
            <a:avLst/>
          </a:prstGeom>
          <a:ln w="25400">
            <a:solidFill>
              <a:srgbClr val="62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73552" y="1600200"/>
            <a:ext cx="2423160" cy="1143000"/>
          </a:xfrm>
          <a:prstGeom prst="roundRect">
            <a:avLst/>
          </a:prstGeom>
          <a:solidFill>
            <a:srgbClr val="217E8C"/>
          </a:solidFill>
          <a:ln>
            <a:solidFill>
              <a:srgbClr val="21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Phase 2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按 chunk 封装
fixed fields / GT / otherfields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2167128"/>
            <a:ext cx="128016" cy="0"/>
          </a:xfrm>
          <a:prstGeom prst="line">
            <a:avLst/>
          </a:prstGeom>
          <a:ln w="25400">
            <a:solidFill>
              <a:srgbClr val="62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61304" y="1600200"/>
            <a:ext cx="2423160" cy="1143000"/>
          </a:xfrm>
          <a:prstGeom prst="roundRect">
            <a:avLst/>
          </a:prstGeom>
          <a:solidFill>
            <a:srgbClr val="E17A5F"/>
          </a:solidFill>
          <a:ln>
            <a:solidFill>
              <a:srgbClr val="E1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Phase 3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迁 TAILER
BLOCK_INFO 与参数区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02752" y="2167128"/>
            <a:ext cx="128016" cy="0"/>
          </a:xfrm>
          <a:prstGeom prst="line">
            <a:avLst/>
          </a:prstGeom>
          <a:ln w="25400">
            <a:solidFill>
              <a:srgbClr val="62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49056" y="1600200"/>
            <a:ext cx="2423160" cy="1143000"/>
          </a:xfrm>
          <a:prstGeom prst="roundRect">
            <a:avLst/>
          </a:prstGeom>
          <a:solidFill>
            <a:srgbClr val="E6B85C"/>
          </a:solidFill>
          <a:ln>
            <a:solidFill>
              <a:srgbClr val="E6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Phase 4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再优化
块内化与统一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657600"/>
            <a:ext cx="1042416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7E8C"/>
                </a:solidFill>
                <a:latin typeface="Microsoft YaHei"/>
              </a:rPr>
              <a:t>为什么这个顺序更稳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12529"/>
                </a:solidFill>
                <a:latin typeface="Microsoft YaHei"/>
              </a:rPr>
              <a:t>先把 AVS 外层语义包起来，再逐步迁移 payload 和索引参数，最后再做块内细化与统一 registry。这样能尽快得到可用 reader / writer 原型，同时避免在一开始就碰最难的协议细节。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D0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9672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26C7A"/>
                </a:solidFill>
                <a:latin typeface="Microsoft YaHei"/>
              </a:rPr>
              <a:t>汇报PPT_260416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